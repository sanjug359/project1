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61" r:id="rId7"/>
    <p:sldId id="286" r:id="rId8"/>
    <p:sldId id="267" r:id="rId9"/>
    <p:sldId id="28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12D85-5C74-412F-B7A8-E5532A1B8FA5}" v="41" dt="2026-10-15T18:21:11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-590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pPr/>
              <a:t>10/16/2026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xmlns="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xmlns="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xmlns="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xmlns="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xmlns="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xmlns="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xmlns="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xmlns="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xmlns="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xmlns="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xmlns="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xmlns="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xmlns="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xmlns="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xmlns="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xmlns="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xmlns="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xmlns="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xmlns="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xmlns="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xmlns="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xmlns="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xmlns="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xmlns="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xmlns="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xmlns="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xmlns="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xmlns="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xmlns="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xmlns="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xmlns="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xmlns="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xmlns="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xmlns="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xmlns="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xmlns="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xmlns="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xmlns="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xmlns="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xmlns="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419878"/>
            <a:ext cx="8248634" cy="1698171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sz="4400" dirty="0"/>
              <a:t>Rainwater Harvesting website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8180" y="2233748"/>
            <a:ext cx="4645276" cy="868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Web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53C74F-BB13-EB04-1C60-FA0AD60F3DC4}"/>
              </a:ext>
            </a:extLst>
          </p:cNvPr>
          <p:cNvSpPr txBox="1"/>
          <p:nvPr/>
        </p:nvSpPr>
        <p:spPr>
          <a:xfrm>
            <a:off x="2560523" y="2873216"/>
            <a:ext cx="2739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Team Number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188513E-24D9-490A-6032-7B44FDBA81A7}"/>
              </a:ext>
            </a:extLst>
          </p:cNvPr>
          <p:cNvSpPr txBox="1"/>
          <p:nvPr/>
        </p:nvSpPr>
        <p:spPr>
          <a:xfrm>
            <a:off x="2855167" y="3498980"/>
            <a:ext cx="15911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>
                <a:solidFill>
                  <a:schemeClr val="bg1"/>
                </a:solidFill>
              </a:rPr>
              <a:t>Poorvi</a:t>
            </a:r>
            <a:r>
              <a:rPr lang="en-IN" smtClean="0">
                <a:solidFill>
                  <a:schemeClr val="bg1"/>
                </a:solidFill>
              </a:rPr>
              <a:t> </a:t>
            </a:r>
            <a:r>
              <a:rPr lang="en-IN" smtClean="0">
                <a:solidFill>
                  <a:schemeClr val="bg1"/>
                </a:solidFill>
              </a:rPr>
              <a:t>S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Sapna</a:t>
            </a:r>
          </a:p>
          <a:p>
            <a:r>
              <a:rPr lang="en-IN" dirty="0">
                <a:solidFill>
                  <a:schemeClr val="bg1"/>
                </a:solidFill>
              </a:rPr>
              <a:t>Vijayalakshmi</a:t>
            </a:r>
          </a:p>
          <a:p>
            <a:r>
              <a:rPr lang="en-IN" dirty="0">
                <a:solidFill>
                  <a:schemeClr val="bg1"/>
                </a:solidFill>
              </a:rPr>
              <a:t>Yashaswini R</a:t>
            </a:r>
          </a:p>
          <a:p>
            <a:r>
              <a:rPr lang="en-IN" dirty="0">
                <a:solidFill>
                  <a:schemeClr val="bg1"/>
                </a:solidFill>
              </a:rPr>
              <a:t>Srushti A R</a:t>
            </a:r>
          </a:p>
          <a:p>
            <a:r>
              <a:rPr lang="en-IN" dirty="0">
                <a:solidFill>
                  <a:schemeClr val="bg1"/>
                </a:solidFill>
              </a:rPr>
              <a:t>Shilpa H S</a:t>
            </a:r>
          </a:p>
          <a:p>
            <a:r>
              <a:rPr lang="en-IN" dirty="0">
                <a:solidFill>
                  <a:schemeClr val="bg1"/>
                </a:solidFill>
              </a:rPr>
              <a:t>Sanjana L</a:t>
            </a:r>
          </a:p>
        </p:txBody>
      </p:sp>
    </p:spTree>
    <p:extLst>
      <p:ext uri="{BB962C8B-B14F-4D97-AF65-F5344CB8AC3E}">
        <p14:creationId xmlns:p14="http://schemas.microsoft.com/office/powerpoint/2010/main" xmlns="" val="394693459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747500" cy="53553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Rainwater harvesting collects and saves rainwater for eco-friendly reuse.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HydroSave</a:t>
            </a:r>
            <a:r>
              <a:rPr lang="en-US" dirty="0"/>
              <a:t> is a web-based calculator that estimates your water savings.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Interactive inputs allow users to enter rooftop size and local rainfall.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The project showcases a functional, responsive web application design.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3348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Backend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HTML – Builds the input forms and page structure.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CSS – Designs the layouts and responsive mobile screens.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JavaScript – Powers the instant harvesting math formulas.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Node.js – Runs server execution environments efficiently.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Express.js – Manages application routes and calculations.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E0199270-2F52-16CA-28A5-D5B011ADC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Fronted</a:t>
            </a:r>
          </a:p>
        </p:txBody>
      </p:sp>
    </p:spTree>
    <p:extLst>
      <p:ext uri="{BB962C8B-B14F-4D97-AF65-F5344CB8AC3E}">
        <p14:creationId xmlns:p14="http://schemas.microsoft.com/office/powerpoint/2010/main" xmlns="" val="360727049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BA3CA6-C76F-35BA-BBCD-B2510F0E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9CF0EF6-2017-866F-F3CC-0DEF687E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412C0B7-1C19-1913-0476-E05515F6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9948EA9-3F5B-5D11-FA47-83C3139C1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Development tool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54268B87-0786-0200-313C-195FA42817D7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SQLite – Stores regional rainfall datasets and saved histories locally.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20F206FF-46F0-D29B-63A6-79A05E4D1BE0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VS Code – Writes code, manages project files, and tests scripts.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DCD7F946-11FB-63A6-5631-C368B1F95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xmlns="" val="2644257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216" y="802433"/>
            <a:ext cx="6764694" cy="5085183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2000" dirty="0"/>
              <a:t>• Client-Server Flow – Follows a clean web setup.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User Input – Collects rooftop size and location.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Logic Processing – Computes immediate water-saving results.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Data Storage – Keeps localized rainfall metrics ready.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14134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AEC699-57DB-DEF1-8E9C-C8DB8129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292" y="2101980"/>
            <a:ext cx="7551057" cy="2859313"/>
          </a:xfrm>
        </p:spPr>
        <p:txBody>
          <a:bodyPr>
            <a:normAutofit fontScale="90000"/>
          </a:bodyPr>
          <a:lstStyle/>
          <a:p>
            <a:r>
              <a:rPr lang="en-US" sz="2200" dirty="0"/>
              <a:t>• The calculator simplifies complex environmental data into clear results.</a:t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• Real-time feedback helps users make immediate water-saving decisions.</a:t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• Future updates will add live weather API data tracking.</a:t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endParaRPr lang="en-IN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1B369F5-95E2-501A-24D2-2BEF783B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0396064-14F6-6554-89BC-48CB79CF9C0A}"/>
              </a:ext>
            </a:extLst>
          </p:cNvPr>
          <p:cNvSpPr txBox="1"/>
          <p:nvPr/>
        </p:nvSpPr>
        <p:spPr>
          <a:xfrm>
            <a:off x="4348065" y="1138335"/>
            <a:ext cx="2212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xmlns="" val="1678527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99</TotalTime>
  <Words>175</Words>
  <Application>Microsoft Office PowerPoint</Application>
  <PresentationFormat>Custom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   Rainwater Harvesting website</vt:lpstr>
      <vt:lpstr>Introduction</vt:lpstr>
      <vt:lpstr>Technology Stack</vt:lpstr>
      <vt:lpstr>Technology Stack</vt:lpstr>
      <vt:lpstr>System Architecture  • Client-Server Flow – Follows a clean web setup.  • User Input – Collects rooftop size and location.  • Logic Processing – Computes immediate water-saving results.  • Data Storage – Keeps localized rainfall metrics ready.</vt:lpstr>
      <vt:lpstr>• The calculator simplifies complex environmental data into clear results.  • Real-time feedback helps users make immediate water-saving decisions.  • Future updates will add live weather API data tracking.  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Rainwater Harvesting website</dc:title>
  <dc:creator>Sapna Bamani</dc:creator>
  <cp:lastModifiedBy>sanju sinchu</cp:lastModifiedBy>
  <cp:revision>3</cp:revision>
  <dcterms:created xsi:type="dcterms:W3CDTF">2026-10-15T16:17:08Z</dcterms:created>
  <dcterms:modified xsi:type="dcterms:W3CDTF">2026-10-16T04:28:18Z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